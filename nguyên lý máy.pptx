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F373-E480-A294-CFEB-6B1C9F2D1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96315-141D-1522-CFB3-7809A91B8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C5F90-6C22-58FC-D77A-85B53440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F29A6-9A64-6BE5-BB11-D0CE579E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5EC8D-86D5-0E6B-5CE6-68624419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6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DF1A-6D05-638B-E276-ACB4D2EA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48052-34DD-B5BB-9325-F50D73BF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D1110-D5F6-15F1-DC90-C5B0BFC51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2BCE2-5D36-71A1-712E-F2D48E3CD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9DCDA-0EFC-2097-34B5-98BBE94F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8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1142-1C52-ED95-16AC-DCF66B7A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8E74D-4CDD-B6CF-0EA0-662F231B1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4D72-3190-687A-9D0B-E3DA0C47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7903D-BDBC-FC25-CA8F-848E8734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6834-958B-6AAC-BC0A-AA32A92B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8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E3950-1EF0-5342-83B3-B2F4E890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A81AC-6ADE-611E-4CF1-D89846618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BFD4A-60D3-6EF3-F25B-17C4FAE7D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234F6-DD73-6519-FF8D-0331102DF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37CEF-343E-54F2-2895-DCA4B278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62EB8-E33C-7E6A-16D5-5A9BF512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8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60CF-A6C3-E50F-9881-E9E58265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A9F3-0213-8BF4-E6BD-036DCF1E3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EBEB7-751E-2732-514F-B9B0AFB69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F0CE7-0EA5-68C0-D834-92655E4B2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A9BE73-AD52-0CF3-8550-0E62C9B10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5B211-B449-0A7A-1DFD-95412895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B6CAA-CA83-ACFF-CA81-8A5FDC6BE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62377-3EEB-B367-8A21-D078BA5B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4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BA0C-FE3A-18B4-6E7B-813770749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EBCA9B-4308-EABA-3F4F-CBB9ECC0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DCBB9-DF32-9A7B-DDCC-F603AD92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21863-3E24-9A68-8828-0661CBBAE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3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559CF-E58D-89EE-51A4-EF278C0C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15948-EE5F-69A8-3D83-B454A1F11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2FB67-0856-1BCA-4537-285DAD7B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0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E2979-0A28-B905-5A98-4849C8CC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7263-B217-BB01-9162-A9702966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BF1DA-ECBA-28EC-CE8D-13C3283E4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1E8FF-523E-F74D-E052-8E4E9115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4ACD9-55AC-795F-65A9-FB8AA557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E2D4E-2F21-CB7A-5A99-ED1362C7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6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A7DC-13AD-A07D-4CD1-BC8E6D1A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0592A-603A-08C2-6D24-936330EA00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063E2-270A-AF30-D65E-5D57D1040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A58C8-FF42-C5B4-61B5-34F9C498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26F7D-D339-D5AB-FB37-95EDF680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D5FAF-142D-A584-BC76-46857DD1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4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F1FC-A5FC-04B8-605E-EBD2323B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B012C-1346-0F27-DCA4-A04F25A9E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BA3E6-97E7-358E-CA91-93D6D148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271BA-908F-E5E5-A056-3C7E55C3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99FC0-2D7A-3C03-285C-1ADC4CAB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0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15FE6-BD23-FE57-C14B-98383E878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60207-DA6B-BF3B-8BEC-1453C1224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5FA56-0E54-C2AA-9843-A50DD8BA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0F23E-0E35-5D35-FBD3-C5A5699B7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290C-CC7B-FDA4-500B-EA34ACBF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0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7F334-85AA-2B9A-6528-69D01663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DC052-3AE1-0741-33A5-26690675A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91A9-C431-EA17-FAE4-7FB57FC41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4D771-082F-44C5-A7E7-8255A5B60C3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51316-FB87-C0AE-6EA6-719F85A48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39CC-4521-1CDE-98E2-0F038DCFD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E50B0-D2E0-4638-A41C-8BC87877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9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ECDD9C53-0F4A-DC9D-17AF-702D6221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3A0364-0DD1-AE3F-9820-2ADB752FF3EE}"/>
              </a:ext>
            </a:extLst>
          </p:cNvPr>
          <p:cNvSpPr txBox="1"/>
          <p:nvPr/>
        </p:nvSpPr>
        <p:spPr>
          <a:xfrm>
            <a:off x="2381461" y="974690"/>
            <a:ext cx="876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BÀI TẬP LẬP TRÌNH NGUYÊN LÝ MÁY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CC6F1-F204-E662-6F35-233D6A115593}"/>
              </a:ext>
            </a:extLst>
          </p:cNvPr>
          <p:cNvSpPr txBox="1"/>
          <p:nvPr/>
        </p:nvSpPr>
        <p:spPr>
          <a:xfrm>
            <a:off x="4160018" y="2743200"/>
            <a:ext cx="48533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NHÓM 6:</a:t>
            </a:r>
            <a:br>
              <a:rPr lang="en-US" sz="3200" dirty="0"/>
            </a:br>
            <a:r>
              <a:rPr lang="en-US" sz="3200" dirty="0"/>
              <a:t>Vũ Hải </a:t>
            </a:r>
            <a:r>
              <a:rPr lang="en-US" sz="3200" dirty="0" err="1"/>
              <a:t>Đăng</a:t>
            </a:r>
            <a:br>
              <a:rPr lang="en-US" sz="3200" dirty="0"/>
            </a:br>
            <a:r>
              <a:rPr lang="en-US" sz="3200" dirty="0"/>
              <a:t>Vũ Anh Đức</a:t>
            </a:r>
            <a:br>
              <a:rPr lang="en-US" sz="3200"/>
            </a:br>
            <a:r>
              <a:rPr lang="en-US" sz="3200"/>
              <a:t>Lê </a:t>
            </a:r>
            <a:r>
              <a:rPr lang="en-US" sz="3200" dirty="0"/>
              <a:t>Văn Quyền</a:t>
            </a:r>
            <a:br>
              <a:rPr lang="en-US" sz="3200" dirty="0"/>
            </a:br>
            <a:r>
              <a:rPr lang="en-US" sz="3200" dirty="0"/>
              <a:t>Hoàng Tuấn Đạt</a:t>
            </a:r>
          </a:p>
        </p:txBody>
      </p:sp>
    </p:spTree>
    <p:extLst>
      <p:ext uri="{BB962C8B-B14F-4D97-AF65-F5344CB8AC3E}">
        <p14:creationId xmlns:p14="http://schemas.microsoft.com/office/powerpoint/2010/main" val="327991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9CA4-EACB-F65C-FA1A-AAD4F8BB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C18F23EC-3E58-4EC8-F005-DB8CE4DE14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1C306A-9078-B013-5DB6-8EE80316D0DF}"/>
              </a:ext>
            </a:extLst>
          </p:cNvPr>
          <p:cNvSpPr txBox="1"/>
          <p:nvPr/>
        </p:nvSpPr>
        <p:spPr>
          <a:xfrm>
            <a:off x="904352" y="411982"/>
            <a:ext cx="10118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I, XÂY DỰNG HÀM CHO VIỆC TÍNH TOÁN: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3F16B-54C4-6322-EC4A-35EAF2F65FF6}"/>
              </a:ext>
            </a:extLst>
          </p:cNvPr>
          <p:cNvSpPr txBox="1"/>
          <p:nvPr/>
        </p:nvSpPr>
        <p:spPr>
          <a:xfrm>
            <a:off x="1336430" y="1176624"/>
            <a:ext cx="7978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1,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2 </a:t>
            </a:r>
            <a:r>
              <a:rPr lang="en-US" sz="2400" dirty="0" err="1"/>
              <a:t>đường</a:t>
            </a:r>
            <a:r>
              <a:rPr lang="en-US" sz="2400" dirty="0"/>
              <a:t> </a:t>
            </a:r>
            <a:r>
              <a:rPr lang="en-US" sz="2400" dirty="0" err="1"/>
              <a:t>thẳng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73870-59E8-67A7-B79F-9171434BB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146" y="2509317"/>
            <a:ext cx="8212365" cy="4276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8C907D-A622-4352-346E-9BB3447018C2}"/>
              </a:ext>
            </a:extLst>
          </p:cNvPr>
          <p:cNvSpPr txBox="1"/>
          <p:nvPr/>
        </p:nvSpPr>
        <p:spPr>
          <a:xfrm>
            <a:off x="2009670" y="1798655"/>
            <a:ext cx="7305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: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vẽ</a:t>
            </a:r>
            <a:r>
              <a:rPr lang="en-US" sz="2000" dirty="0"/>
              <a:t> </a:t>
            </a:r>
            <a:r>
              <a:rPr lang="en-US" sz="2000" dirty="0" err="1"/>
              <a:t>họa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112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1ECF-EA81-9CAB-8411-28FD7E37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AFED60B9-0F59-D502-80DB-FF1585628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70359" y="0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41278E-53EA-098A-0902-C8C13A38BBE9}"/>
              </a:ext>
            </a:extLst>
          </p:cNvPr>
          <p:cNvSpPr txBox="1"/>
          <p:nvPr/>
        </p:nvSpPr>
        <p:spPr>
          <a:xfrm>
            <a:off x="894302" y="627277"/>
            <a:ext cx="9545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2,Hàm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m, e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họa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tam </a:t>
            </a:r>
            <a:r>
              <a:rPr lang="en-US" sz="2400" dirty="0" err="1"/>
              <a:t>giác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765CF-738F-C54F-4424-CC0143FB8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178" y="1714937"/>
            <a:ext cx="9545934" cy="4824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4A7BE2-EE27-6600-4EE4-F322E30B75A2}"/>
              </a:ext>
            </a:extLst>
          </p:cNvPr>
          <p:cNvSpPr txBox="1"/>
          <p:nvPr/>
        </p:nvSpPr>
        <p:spPr>
          <a:xfrm>
            <a:off x="1858945" y="1215851"/>
            <a:ext cx="7496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: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 m, e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họa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679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39FC-C73C-5B68-E06E-69B37A1F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80F000CB-7ACF-0D68-CBD7-D736A924A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AC56F8-FB66-86E3-3935-C76C28114A4C}"/>
              </a:ext>
            </a:extLst>
          </p:cNvPr>
          <p:cNvSpPr txBox="1"/>
          <p:nvPr/>
        </p:nvSpPr>
        <p:spPr>
          <a:xfrm>
            <a:off x="703384" y="341643"/>
            <a:ext cx="8541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II, HÀM TÍNH TOÁN TỌA ĐỘ CÁC ĐIỂM CỦA CƠ CẤU THEO THÔNG SỐ NHẬP VÀO: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459378-CF84-AFD9-0F1E-967C723BC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941" y="2047409"/>
            <a:ext cx="6462320" cy="1577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A6B513-C00F-DEDC-7455-2149C990E761}"/>
              </a:ext>
            </a:extLst>
          </p:cNvPr>
          <p:cNvSpPr txBox="1"/>
          <p:nvPr/>
        </p:nvSpPr>
        <p:spPr>
          <a:xfrm>
            <a:off x="1085222" y="1418861"/>
            <a:ext cx="6581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1, </a:t>
            </a:r>
            <a:r>
              <a:rPr lang="en-US" sz="2400" dirty="0" err="1"/>
              <a:t>Lấy</a:t>
            </a:r>
            <a:r>
              <a:rPr lang="en-US" sz="2400" dirty="0"/>
              <a:t> </a:t>
            </a:r>
            <a:r>
              <a:rPr lang="en-US" sz="2400" dirty="0" err="1"/>
              <a:t>kích</a:t>
            </a:r>
            <a:r>
              <a:rPr lang="en-US" sz="2400" dirty="0"/>
              <a:t> </a:t>
            </a:r>
            <a:r>
              <a:rPr lang="en-US" sz="2400" dirty="0" err="1"/>
              <a:t>thước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phi2:</a:t>
            </a:r>
          </a:p>
        </p:txBody>
      </p:sp>
    </p:spTree>
    <p:extLst>
      <p:ext uri="{BB962C8B-B14F-4D97-AF65-F5344CB8AC3E}">
        <p14:creationId xmlns:p14="http://schemas.microsoft.com/office/powerpoint/2010/main" val="38231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6622D-D9DA-5904-C0BC-8DA97572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31BF6836-2F66-7343-A300-DB3CE249D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076B3C-7011-8331-B102-D19E1CB7663B}"/>
              </a:ext>
            </a:extLst>
          </p:cNvPr>
          <p:cNvSpPr txBox="1"/>
          <p:nvPr/>
        </p:nvSpPr>
        <p:spPr>
          <a:xfrm>
            <a:off x="813916" y="492369"/>
            <a:ext cx="915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2,Tính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tọa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B91198-68B7-A6B3-219F-DB2C6B8B3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751" y="1446403"/>
            <a:ext cx="7908214" cy="5224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9439A3-E7DD-968E-3BD2-758509B0B58D}"/>
              </a:ext>
            </a:extLst>
          </p:cNvPr>
          <p:cNvSpPr txBox="1"/>
          <p:nvPr/>
        </p:nvSpPr>
        <p:spPr>
          <a:xfrm>
            <a:off x="1406769" y="1004835"/>
            <a:ext cx="7134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a, </a:t>
            </a:r>
            <a:r>
              <a:rPr lang="en-US" sz="2000" dirty="0" err="1"/>
              <a:t>điểm</a:t>
            </a:r>
            <a:r>
              <a:rPr lang="en-US" sz="2000" dirty="0"/>
              <a:t> A, D, B, C:</a:t>
            </a:r>
          </a:p>
        </p:txBody>
      </p:sp>
    </p:spTree>
    <p:extLst>
      <p:ext uri="{BB962C8B-B14F-4D97-AF65-F5344CB8AC3E}">
        <p14:creationId xmlns:p14="http://schemas.microsoft.com/office/powerpoint/2010/main" val="2898284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7E1B-8102-0697-9541-DD5D33E0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F4C5F571-BBFE-2444-7653-6D09DC25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9DA71C-7FCA-0808-03C0-5BB3906C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862" y="1356022"/>
            <a:ext cx="6919560" cy="2301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1AABA0-A717-716F-3D0C-2EC0BF890AE4}"/>
              </a:ext>
            </a:extLst>
          </p:cNvPr>
          <p:cNvSpPr txBox="1"/>
          <p:nvPr/>
        </p:nvSpPr>
        <p:spPr>
          <a:xfrm>
            <a:off x="1460938" y="493986"/>
            <a:ext cx="50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b, </a:t>
            </a:r>
            <a:r>
              <a:rPr lang="en-US" dirty="0" err="1"/>
              <a:t>điểm</a:t>
            </a:r>
            <a:r>
              <a:rPr lang="en-US" dirty="0"/>
              <a:t> M, E:</a:t>
            </a:r>
          </a:p>
        </p:txBody>
      </p:sp>
    </p:spTree>
    <p:extLst>
      <p:ext uri="{BB962C8B-B14F-4D97-AF65-F5344CB8AC3E}">
        <p14:creationId xmlns:p14="http://schemas.microsoft.com/office/powerpoint/2010/main" val="3260189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3435-2D81-2B7E-E850-B9ED7840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64316C97-D009-E49C-85C6-7296879A9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6C11E1-5F68-4972-69B1-CF035A54F0BE}"/>
              </a:ext>
            </a:extLst>
          </p:cNvPr>
          <p:cNvSpPr txBox="1"/>
          <p:nvPr/>
        </p:nvSpPr>
        <p:spPr>
          <a:xfrm>
            <a:off x="773723" y="281354"/>
            <a:ext cx="9847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III, GIẢI THEO PHƯƠNG PHÁP HỌA ĐỒ: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C32D0-BC01-91DA-8158-E8E2322B2B87}"/>
              </a:ext>
            </a:extLst>
          </p:cNvPr>
          <p:cNvSpPr txBox="1"/>
          <p:nvPr/>
        </p:nvSpPr>
        <p:spPr>
          <a:xfrm>
            <a:off x="1266093" y="994787"/>
            <a:ext cx="502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A, </a:t>
            </a:r>
            <a:r>
              <a:rPr lang="en-US" sz="2400" dirty="0" err="1"/>
              <a:t>Lấy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DE2A92-12D9-69E7-8317-E3BA643E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814" y="1585110"/>
            <a:ext cx="7968296" cy="417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74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A767E-CE29-9BE2-0DFA-BD56DEEE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6A780711-C86C-D636-7F26-912AD4D5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B40CA4-1003-DE49-6489-AC9AFD7E49DE}"/>
              </a:ext>
            </a:extLst>
          </p:cNvPr>
          <p:cNvSpPr txBox="1"/>
          <p:nvPr/>
        </p:nvSpPr>
        <p:spPr>
          <a:xfrm>
            <a:off x="1135464" y="562629"/>
            <a:ext cx="879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1,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,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vector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vận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739CFF-2D1E-20D0-B42C-05285C85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83" y="1571478"/>
            <a:ext cx="8245555" cy="3139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6D1C9E-77E6-5E8C-F64C-AFF0549C0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84" y="5350707"/>
            <a:ext cx="8245555" cy="14098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16634E-7734-20F2-4C09-39179B1D6BA7}"/>
              </a:ext>
            </a:extLst>
          </p:cNvPr>
          <p:cNvSpPr txBox="1"/>
          <p:nvPr/>
        </p:nvSpPr>
        <p:spPr>
          <a:xfrm>
            <a:off x="1135464" y="4711190"/>
            <a:ext cx="8681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2,tìm </a:t>
            </a:r>
            <a:r>
              <a:rPr lang="en-US" sz="2400" dirty="0" err="1"/>
              <a:t>điểm</a:t>
            </a:r>
            <a:r>
              <a:rPr lang="en-US" sz="2400" dirty="0"/>
              <a:t> c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họa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vC,vCB</a:t>
            </a:r>
            <a:r>
              <a:rPr lang="en-US" sz="2400" dirty="0"/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6134AD-8434-D3EA-4759-A1036FD27F6A}"/>
              </a:ext>
            </a:extLst>
          </p:cNvPr>
          <p:cNvSpPr txBox="1"/>
          <p:nvPr/>
        </p:nvSpPr>
        <p:spPr>
          <a:xfrm>
            <a:off x="1135464" y="147484"/>
            <a:ext cx="5638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B, </a:t>
            </a:r>
            <a:r>
              <a:rPr lang="en-US" sz="2400" dirty="0" err="1"/>
              <a:t>Vận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8345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88A7-CA06-D44F-01C7-D98BA2D3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0DD71CF5-3ED2-1534-79F2-8012937450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544B9E-6A41-1E34-B6A9-DF5F48FDA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72" y="1175816"/>
            <a:ext cx="8661679" cy="1577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AF4680-515D-C51F-69B9-E50ACB5D4D37}"/>
              </a:ext>
            </a:extLst>
          </p:cNvPr>
          <p:cNvSpPr txBox="1"/>
          <p:nvPr/>
        </p:nvSpPr>
        <p:spPr>
          <a:xfrm>
            <a:off x="844062" y="552659"/>
            <a:ext cx="866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3, </a:t>
            </a:r>
            <a:r>
              <a:rPr lang="en-US" sz="2400" dirty="0" err="1"/>
              <a:t>tính</a:t>
            </a:r>
            <a:r>
              <a:rPr lang="en-US" sz="2400" dirty="0"/>
              <a:t> omega3 </a:t>
            </a:r>
            <a:r>
              <a:rPr lang="en-US" sz="2400" dirty="0" err="1"/>
              <a:t>và</a:t>
            </a:r>
            <a:r>
              <a:rPr lang="en-US" sz="2400" dirty="0"/>
              <a:t> omega4: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FBB9E9-4F2B-5333-2CC5-FAE3498E5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072" y="4104194"/>
            <a:ext cx="8577033" cy="15552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86EB50-27C9-535C-91DC-13B6AF322EFF}"/>
              </a:ext>
            </a:extLst>
          </p:cNvPr>
          <p:cNvSpPr txBox="1"/>
          <p:nvPr/>
        </p:nvSpPr>
        <p:spPr>
          <a:xfrm>
            <a:off x="954593" y="2967335"/>
            <a:ext cx="7053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4,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m, e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họa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vM,Ve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0251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28DB-81E0-C3B9-150F-CA519271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F8B985B3-2398-8DC1-7EDD-493B88ED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8656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251DEF-EB50-0487-2C5D-9903228EA646}"/>
              </a:ext>
            </a:extLst>
          </p:cNvPr>
          <p:cNvSpPr txBox="1"/>
          <p:nvPr/>
        </p:nvSpPr>
        <p:spPr>
          <a:xfrm>
            <a:off x="1061884" y="245806"/>
            <a:ext cx="5034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C, Gia </a:t>
            </a:r>
            <a:r>
              <a:rPr lang="en-US" sz="2400" dirty="0" err="1"/>
              <a:t>tốc</a:t>
            </a:r>
            <a:r>
              <a:rPr lang="en-US" sz="2400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25872-9702-5273-5E2A-D2556D4F7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902" y="1311734"/>
            <a:ext cx="6264183" cy="1882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9F329F-49D4-65FC-1586-BA9E021A8746}"/>
              </a:ext>
            </a:extLst>
          </p:cNvPr>
          <p:cNvSpPr txBox="1"/>
          <p:nvPr/>
        </p:nvSpPr>
        <p:spPr>
          <a:xfrm>
            <a:off x="1641987" y="707471"/>
            <a:ext cx="5692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1,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B: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EBEA95-C1AD-80A3-D6DF-F334BCBC4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89" y="3825274"/>
            <a:ext cx="5928874" cy="990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51EB26-A8A6-D5DD-B8C0-E7EA171E9B43}"/>
              </a:ext>
            </a:extLst>
          </p:cNvPr>
          <p:cNvSpPr txBox="1"/>
          <p:nvPr/>
        </p:nvSpPr>
        <p:spPr>
          <a:xfrm>
            <a:off x="1641987" y="3303639"/>
            <a:ext cx="4906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2,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tuyến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203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AE17C-D31F-5C51-AFEA-0788182E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19128FDF-95C5-9932-F7C6-E9D58787D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D5DBFB-94A1-D8D3-221E-1E1D95C49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603" y="950526"/>
            <a:ext cx="7750212" cy="3010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5857E-D4C9-4237-0CC0-A545755A56EF}"/>
              </a:ext>
            </a:extLst>
          </p:cNvPr>
          <p:cNvSpPr txBox="1"/>
          <p:nvPr/>
        </p:nvSpPr>
        <p:spPr>
          <a:xfrm>
            <a:off x="1195754" y="150725"/>
            <a:ext cx="7013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3,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c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họa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aC</a:t>
            </a:r>
            <a:r>
              <a:rPr lang="en-US" sz="2400" dirty="0"/>
              <a:t>, </a:t>
            </a:r>
            <a:r>
              <a:rPr lang="en-US" sz="2400" dirty="0" err="1"/>
              <a:t>aCB</a:t>
            </a:r>
            <a:r>
              <a:rPr lang="en-US" sz="2400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6C2A-4069-071A-6FB4-FAAC274C9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602" y="4881304"/>
            <a:ext cx="5464013" cy="1600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BD5134-61E1-0577-CD54-55D1C1A54273}"/>
              </a:ext>
            </a:extLst>
          </p:cNvPr>
          <p:cNvSpPr txBox="1"/>
          <p:nvPr/>
        </p:nvSpPr>
        <p:spPr>
          <a:xfrm>
            <a:off x="1195754" y="4190163"/>
            <a:ext cx="65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4, </a:t>
            </a:r>
            <a:r>
              <a:rPr lang="en-US" sz="2400" dirty="0" err="1"/>
              <a:t>tính</a:t>
            </a:r>
            <a:r>
              <a:rPr lang="en-US" sz="2400" dirty="0"/>
              <a:t> epsilon3 </a:t>
            </a:r>
            <a:r>
              <a:rPr lang="en-US" sz="2400" dirty="0" err="1"/>
              <a:t>và</a:t>
            </a:r>
            <a:r>
              <a:rPr lang="en-US" sz="2400" dirty="0"/>
              <a:t> epsilon4:</a:t>
            </a:r>
          </a:p>
        </p:txBody>
      </p:sp>
    </p:spTree>
    <p:extLst>
      <p:ext uri="{BB962C8B-B14F-4D97-AF65-F5344CB8AC3E}">
        <p14:creationId xmlns:p14="http://schemas.microsoft.com/office/powerpoint/2010/main" val="2651169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5134-9F52-67C4-607F-23B7A65E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uyển tập hình nền PowerPoint đẹp, thu hút cho bài thuyết trình - JobsGO  Blog">
            <a:extLst>
              <a:ext uri="{FF2B5EF4-FFF2-40B4-BE49-F238E27FC236}">
                <a16:creationId xmlns:a16="http://schemas.microsoft.com/office/drawing/2014/main" id="{CF4FDFBC-3C40-CBA5-6477-F74E23A3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7" b="10362"/>
          <a:stretch>
            <a:fillRect/>
          </a:stretch>
        </p:blipFill>
        <p:spPr>
          <a:xfrm>
            <a:off x="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226F0A-7A51-E2FD-B510-A32026670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53" y="1234134"/>
            <a:ext cx="7178662" cy="1234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EB8F04-36A0-F931-3803-3AE937F603CC}"/>
              </a:ext>
            </a:extLst>
          </p:cNvPr>
          <p:cNvSpPr txBox="1"/>
          <p:nvPr/>
        </p:nvSpPr>
        <p:spPr>
          <a:xfrm>
            <a:off x="1266092" y="331597"/>
            <a:ext cx="8018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6,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m ,e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họa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M,E:</a:t>
            </a:r>
          </a:p>
        </p:txBody>
      </p:sp>
    </p:spTree>
    <p:extLst>
      <p:ext uri="{BB962C8B-B14F-4D97-AF65-F5344CB8AC3E}">
        <p14:creationId xmlns:p14="http://schemas.microsoft.com/office/powerpoint/2010/main" val="3326234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292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</cp:revision>
  <dcterms:created xsi:type="dcterms:W3CDTF">2026-10-26T07:34:05Z</dcterms:created>
  <dcterms:modified xsi:type="dcterms:W3CDTF">2026-10-30T00:44:52Z</dcterms:modified>
</cp:coreProperties>
</file>